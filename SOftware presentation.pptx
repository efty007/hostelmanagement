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92785-71F9-4551-8EA9-64EB01CCA74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0A8CE1-FDF5-4B0A-A09B-DE250DC30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27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A8CE1-FDF5-4B0A-A09B-DE250DC308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36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139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75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78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766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70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49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70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01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592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61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483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5199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8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02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271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3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8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BEAA9-6A9F-4238-86CF-D6F2B021281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C554A-409F-417A-B0DF-4EC30E04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78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641838"/>
            <a:ext cx="8791575" cy="1747594"/>
          </a:xfrm>
        </p:spPr>
        <p:txBody>
          <a:bodyPr/>
          <a:lstStyle/>
          <a:p>
            <a:pPr algn="ctr"/>
            <a:r>
              <a:rPr lang="en-US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Hostel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2653201"/>
            <a:ext cx="8791575" cy="617537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Course title	: </a:t>
            </a:r>
            <a:r>
              <a:rPr lang="en-US" dirty="0" smtClean="0">
                <a:solidFill>
                  <a:schemeClr val="bg1"/>
                </a:solidFill>
              </a:rPr>
              <a:t>Software Engineering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course code	: CSE - </a:t>
            </a:r>
            <a:r>
              <a:rPr lang="en-US" dirty="0" smtClean="0">
                <a:solidFill>
                  <a:schemeClr val="bg1"/>
                </a:solidFill>
              </a:rPr>
              <a:t>3103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933184"/>
              </p:ext>
            </p:extLst>
          </p:nvPr>
        </p:nvGraphicFramePr>
        <p:xfrm>
          <a:off x="2180491" y="3766184"/>
          <a:ext cx="7860324" cy="2788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0162">
                  <a:extLst>
                    <a:ext uri="{9D8B030D-6E8A-4147-A177-3AD203B41FA5}">
                      <a16:colId xmlns:a16="http://schemas.microsoft.com/office/drawing/2014/main" val="3237827649"/>
                    </a:ext>
                  </a:extLst>
                </a:gridCol>
                <a:gridCol w="3930162">
                  <a:extLst>
                    <a:ext uri="{9D8B030D-6E8A-4147-A177-3AD203B41FA5}">
                      <a16:colId xmlns:a16="http://schemas.microsoft.com/office/drawing/2014/main" val="865131728"/>
                    </a:ext>
                  </a:extLst>
                </a:gridCol>
              </a:tblGrid>
              <a:tr h="35261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Submitted by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400" b="1" kern="12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Submitted to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421450"/>
                  </a:ext>
                </a:extLst>
              </a:tr>
              <a:tr h="224683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      : SM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Jubayed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Hasan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Hemel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            :20232086010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      :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Rukshat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Shohani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Mim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            :20232164010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      : Syed Khalid Hasan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Efty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            : </a:t>
                      </a:r>
                      <a:r>
                        <a:rPr lang="en-US" sz="14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20232031010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        : 3</a:t>
                      </a:r>
                      <a:r>
                        <a:rPr lang="en-US" sz="1400" baseline="30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nd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4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Semester : 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kern="1200" baseline="300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           :</a:t>
                      </a:r>
                      <a:r>
                        <a:rPr lang="en-US" sz="1400" baseline="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aseline="0" dirty="0" err="1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Zahrul</a:t>
                      </a:r>
                      <a:r>
                        <a:rPr lang="en-US" sz="1400" baseline="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Jannat </a:t>
                      </a:r>
                      <a:r>
                        <a:rPr lang="en-US" sz="1400" baseline="0" dirty="0" err="1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Peya</a:t>
                      </a:r>
                      <a:endParaRPr lang="en-US" sz="1400" b="0" i="0" u="none" strike="noStrike" kern="12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2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Designation : </a:t>
                      </a:r>
                      <a:r>
                        <a:rPr lang="en-US" sz="1400" b="0" i="0" kern="12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Associate</a:t>
                      </a:r>
                      <a:r>
                        <a:rPr lang="en-US" sz="1400" kern="12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Professor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extLst>
                  <a:ext uri="{0D108BD9-81ED-4DB2-BD59-A6C34878D82A}">
                    <a16:rowId xmlns:a16="http://schemas.microsoft.com/office/drawing/2014/main" val="18469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9708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1413" y="2030994"/>
            <a:ext cx="843371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Hostel management involves handling student accommodation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management is time-consuming and error-prone.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automates hostel operations — from student registration to room allocation.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ensures accuracy, transparency, and ease of management.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3509564"/>
            <a:ext cx="9092833" cy="294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80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1413" y="2241257"/>
            <a:ext cx="977863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centralized hostel management web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login portals for Admin and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 room booking, student registration, and record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paperwork and manual effort.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data access for both admin and students.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3964770"/>
            <a:ext cx="8134472" cy="199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530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439886"/>
              </p:ext>
            </p:extLst>
          </p:nvPr>
        </p:nvGraphicFramePr>
        <p:xfrm>
          <a:off x="1141413" y="2249488"/>
          <a:ext cx="9906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39130445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998866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Used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263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HTML, CSS,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JSP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658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 Servlets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31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640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Apache Tomcat 9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794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Tool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Apache Maven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04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368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Browser-based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functional testing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306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132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1413" y="2412747"/>
            <a:ext cx="990599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Browser (Client) → Servlet Controller → DAO Layer → MySQL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MVC Architecture used (Model–View–Controller).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and Student modules interact through centralized logic.</a:t>
            </a:r>
          </a:p>
        </p:txBody>
      </p:sp>
    </p:spTree>
    <p:extLst>
      <p:ext uri="{BB962C8B-B14F-4D97-AF65-F5344CB8AC3E}">
        <p14:creationId xmlns:p14="http://schemas.microsoft.com/office/powerpoint/2010/main" val="2388506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70290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Modules: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Module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 Management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Management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&amp; Authentication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343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Module &amp; Student Module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934521"/>
              </p:ext>
            </p:extLst>
          </p:nvPr>
        </p:nvGraphicFramePr>
        <p:xfrm>
          <a:off x="1141413" y="2249488"/>
          <a:ext cx="9906000" cy="393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56746152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033822116"/>
                    </a:ext>
                  </a:extLst>
                </a:gridCol>
              </a:tblGrid>
              <a:tr h="740427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 Module 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Module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400220"/>
                  </a:ext>
                </a:extLst>
              </a:tr>
              <a:tr h="319107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Add, Edit, or Delete Hostels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Rooms and Assign to Students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 and Approve Student Applications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 Payments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Reports</a:t>
                      </a:r>
                    </a:p>
                    <a:p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Registration &amp; Login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for Rooms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 Room Allocation Status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 Profile Information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 Payments (if integrated)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Logout Securely</a:t>
                      </a:r>
                    </a:p>
                    <a:p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608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112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9047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2282" y="1608992"/>
            <a:ext cx="4934072" cy="21013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320" y="1608992"/>
            <a:ext cx="4930409" cy="20342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282" y="3907522"/>
            <a:ext cx="4934072" cy="22130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320" y="3907522"/>
            <a:ext cx="4930409" cy="206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93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1413" y="2214086"/>
            <a:ext cx="990599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Online Payment Gateway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Hostel Expense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Printable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Send Notifications via Email/SMS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 Mobile Application Support</a:t>
            </a:r>
          </a:p>
        </p:txBody>
      </p:sp>
    </p:spTree>
    <p:extLst>
      <p:ext uri="{BB962C8B-B14F-4D97-AF65-F5344CB8AC3E}">
        <p14:creationId xmlns:p14="http://schemas.microsoft.com/office/powerpoint/2010/main" val="3120212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1413" y="1981884"/>
            <a:ext cx="990599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Hostel Management System simplifies hostel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Provides a user-friendly and secure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Reduces manual workload and improves record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Enhances communication between admin and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Future-ready system for digital campus management.</a:t>
            </a:r>
          </a:p>
        </p:txBody>
      </p:sp>
    </p:spTree>
    <p:extLst>
      <p:ext uri="{BB962C8B-B14F-4D97-AF65-F5344CB8AC3E}">
        <p14:creationId xmlns:p14="http://schemas.microsoft.com/office/powerpoint/2010/main" val="1281302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2337291"/>
            <a:ext cx="9905998" cy="147857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everyone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3815861"/>
            <a:ext cx="9905998" cy="19753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you have any question?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7649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496</TotalTime>
  <Words>330</Words>
  <Application>Microsoft Office PowerPoint</Application>
  <PresentationFormat>Widescreen</PresentationFormat>
  <Paragraphs>83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Times New Roman</vt:lpstr>
      <vt:lpstr>Trebuchet MS</vt:lpstr>
      <vt:lpstr>Tw Cen MT</vt:lpstr>
      <vt:lpstr>Circuit</vt:lpstr>
      <vt:lpstr>Hostel Management System</vt:lpstr>
      <vt:lpstr>Introduction</vt:lpstr>
      <vt:lpstr>Objectives</vt:lpstr>
      <vt:lpstr>Technology Stack</vt:lpstr>
      <vt:lpstr>System Architecture</vt:lpstr>
      <vt:lpstr>Modules Overview</vt:lpstr>
      <vt:lpstr>Admin Module &amp; Student Module</vt:lpstr>
      <vt:lpstr>Screenshots</vt:lpstr>
      <vt:lpstr>Future Enhancements</vt:lpstr>
      <vt:lpstr>Conclusion</vt:lpstr>
      <vt:lpstr>Thank you everyone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Hostel Management System</dc:title>
  <dc:creator>LordHemel</dc:creator>
  <cp:lastModifiedBy>LordHemel</cp:lastModifiedBy>
  <cp:revision>7</cp:revision>
  <dcterms:created xsi:type="dcterms:W3CDTF">2025-10-28T23:52:30Z</dcterms:created>
  <dcterms:modified xsi:type="dcterms:W3CDTF">2025-10-29T08:12:35Z</dcterms:modified>
</cp:coreProperties>
</file>